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640080"/>
            <a:ext cx="256032" cy="256032"/>
          </a:xfrm>
          <a:prstGeom prst="ellipse">
            <a:avLst/>
          </a:prstGeom>
          <a:solidFill>
            <a:srgbClr val="2A367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640080"/>
            <a:ext cx="256032" cy="256032"/>
          </a:xfrm>
          <a:prstGeom prst="ellipse">
            <a:avLst/>
          </a:prstGeom>
          <a:solidFill>
            <a:srgbClr val="3B57C4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64008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TRANSFORMASI SISTEM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Simplifikasi Sistem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Cetak Label Produk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sistem hardcoded yang bergantung penuh pada IT, menuju satu template pintar yang dikendalikan langsung oleh tim bisnis (PPIC).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5257800"/>
            <a:ext cx="128016" cy="128016"/>
          </a:xfrm>
          <a:prstGeom prst="ellipse">
            <a:avLst/>
          </a:prstGeom>
          <a:solidFill>
            <a:srgbClr val="3B57C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51389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ZMMR_LABELROL  •  ZHUR_LABELPACK   |   Sistem: SAP TRD (ECC 6.0)   |   14 Juli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Disiapkan untuk: SAP Leader &amp; Manager 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EKSEKUTIF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Kami Minta Persetujuannya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Merombak total cara pabrik mencetak label Roll &amp; Pallet/Box: mengganti ratusan program hardcoded menjadi satu template universal berbasis konfigurasi yang bisa diubah tanpa melibatkan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307238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Efisiensi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343814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label dari hitungan hari (via IT) menjadi hitungan menit (via PPIC).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41239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Keandalan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448970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risiko salah pilih dari ~400 kode label yang harus dihafal operator.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51755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Kemandirian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34440" y="554126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Kendali tampilan label berpindah ke tim bisnis lewat upload Excel.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06640" y="1828800"/>
            <a:ext cx="4114800" cy="4297680"/>
          </a:xfrm>
          <a:prstGeom prst="roundRect">
            <a:avLst>
              <a:gd name="adj" fmla="val 1778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2668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YANG DIHADAPI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26680" y="24688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389</a:t>
            </a:r>
            <a:endParaRPr lang="en-US" sz="6600" dirty="0"/>
          </a:p>
        </p:txBody>
      </p:sp>
      <p:sp>
        <p:nvSpPr>
          <p:cNvPr id="20" name="Text 18"/>
          <p:cNvSpPr/>
          <p:nvPr/>
        </p:nvSpPr>
        <p:spPr>
          <a:xfrm>
            <a:off x="7726680" y="3566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label aktif dikelola secara hardcode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26680" y="4224528"/>
            <a:ext cx="342900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pPr indent="0" marL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include program berisi logika hardcode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26680" y="4892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jalur cetak paralel (DOS &amp; Windows)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26680" y="5394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baru</a:t>
            </a:r>
            <a:pPr indent="0" marL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 siklus CR + Transport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SAAT INI  •  AS-IS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Hambatan Operasional Utama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38728" cy="3977640"/>
          </a:xfrm>
          <a:prstGeom prst="roundRect">
            <a:avLst>
              <a:gd name="adj" fmla="val 2067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Sangat Kaku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2898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permintaan kecil — memunculkan tanggal kadaluarsa, ganti logo — memaksa IT membongkar program, menulis ulang kode, dan transport antar-server. Memakan berhari-hari.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89704" y="1965960"/>
            <a:ext cx="3538728" cy="3977640"/>
          </a:xfrm>
          <a:prstGeom prst="roundRect">
            <a:avLst>
              <a:gd name="adj" fmla="val 2067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9744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809744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09744" y="306324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Terlalu Banyak Kode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09744" y="3794760"/>
            <a:ext cx="2898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Hampir 400 kode label berbeda harus dikelola dan dihafal. Sangat rentan memicu salah pilih kode oleh operator di lapangan.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39328" y="1965960"/>
            <a:ext cx="3538728" cy="3977640"/>
          </a:xfrm>
          <a:prstGeom prst="roundRect">
            <a:avLst>
              <a:gd name="adj" fmla="val 2067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5936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5936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659368" y="306324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Ketergantungan pada IT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59368" y="3794760"/>
            <a:ext cx="2898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PPIC tidak bisa merespons permintaan mendadak pelanggan karena harus menunggu antrean pengerjaan tim IT.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Kompleksitas yang Menggandakan Biaya Pemeliharaan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A367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4231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389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label aktif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4069080"/>
            <a:ext cx="1371600" cy="0"/>
          </a:xfrm>
          <a:prstGeom prst="line">
            <a:avLst/>
          </a:prstGeom>
          <a:noFill/>
          <a:ln w="19050">
            <a:solidFill>
              <a:srgbClr val="3B57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206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penambahan memerlukan modifikasi blok IF/ELSEIF di program utama.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14884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A3670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4231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74904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hardcode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06240" y="4069080"/>
            <a:ext cx="1371600" cy="0"/>
          </a:xfrm>
          <a:prstGeom prst="line">
            <a:avLst/>
          </a:prstGeom>
          <a:noFill/>
          <a:ln w="19050">
            <a:solidFill>
              <a:srgbClr val="3B57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4206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konversi unit diduplikasi di hampir semua include program.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214884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A3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4231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67512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cetak paralel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0" y="4069080"/>
            <a:ext cx="1371600" cy="0"/>
          </a:xfrm>
          <a:prstGeom prst="line">
            <a:avLst/>
          </a:prstGeom>
          <a:noFill/>
          <a:ln w="19050">
            <a:solidFill>
              <a:srgbClr val="3B57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4206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DOS/APL-I dan Windows/SmartForms berjalan bersamaan — dobel pemeliharaan.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418320" y="214884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A3670"/>
          </a:solidFill>
          <a:ln/>
        </p:spPr>
      </p:sp>
      <p:sp>
        <p:nvSpPr>
          <p:cNvPr id="20" name="Text 18"/>
          <p:cNvSpPr/>
          <p:nvPr/>
        </p:nvSpPr>
        <p:spPr>
          <a:xfrm>
            <a:off x="9464040" y="24231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960120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IT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058400" y="4069080"/>
            <a:ext cx="1371600" cy="0"/>
          </a:xfrm>
          <a:prstGeom prst="line">
            <a:avLst/>
          </a:prstGeom>
          <a:noFill/>
          <a:ln w="19050">
            <a:solidFill>
              <a:srgbClr val="3B57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6920" y="4206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perubahan label yang bisa dilakukan tanpa keterlibatan developer.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Konsekuensi: biaya, waktu, dan risiko error bertambah setiap kali bisnis butuh perubahan sederhana.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MASA DEPAN  •  TO-BE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Template Pintar, Kendali di Tangan Bisnis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3B57C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9476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Template Universal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368296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lagi ratusan rancangan. Satu label pintar yang bentuknya menyesuaikan sendiri — logo muncul/hilang, format tanggal berubah — sesuai kebutuhan.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3B57C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336499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Kendali Penuh di PPIC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785616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tampilan label (merek, tanggal yang muncul, dsb.) diatur murni oleh PPIC cukup dengan mengunggah file Excel.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3B57C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78231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Tanpa CR &amp; Transport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5202936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kode label baru cukup upload data ke tabel konfigurasi — tidak perlu lagi ubah kode program.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86600" y="1965960"/>
            <a:ext cx="4434840" cy="4160520"/>
          </a:xfrm>
          <a:prstGeom prst="roundRect">
            <a:avLst>
              <a:gd name="adj" fmla="val 1758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BARU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06640" y="26974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09560" y="2651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2971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&amp; upload file Excel konfigurasi label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89520" y="3081528"/>
            <a:ext cx="0" cy="43891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35204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0956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ZLABEL_CONFIG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09560" y="37947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konfigurasi dinamis menyimpan semua aturan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589520" y="3904488"/>
            <a:ext cx="0" cy="43891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6640" y="43434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909560" y="4297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Provider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09560" y="4617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Class membaca konfigurasi &amp; merakit data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89520" y="4727448"/>
            <a:ext cx="0" cy="438912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51663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909560" y="5120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SmartForm Universal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909560" y="54406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layout mencetak semua variasi label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vs Sesudah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7432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3383280" y="1920240"/>
            <a:ext cx="4069080" cy="548640"/>
          </a:xfrm>
          <a:prstGeom prst="rect">
            <a:avLst/>
          </a:prstGeom>
          <a:solidFill>
            <a:srgbClr val="5B6473"/>
          </a:solidFill>
          <a:ln/>
        </p:spPr>
      </p:sp>
      <p:sp>
        <p:nvSpPr>
          <p:cNvPr id="6" name="Shape 4"/>
          <p:cNvSpPr/>
          <p:nvPr/>
        </p:nvSpPr>
        <p:spPr>
          <a:xfrm>
            <a:off x="7452360" y="1920240"/>
            <a:ext cx="4069080" cy="548640"/>
          </a:xfrm>
          <a:prstGeom prst="rect">
            <a:avLst/>
          </a:prstGeom>
          <a:solidFill>
            <a:srgbClr val="3B57C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11880" y="19202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 (As-Is)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0" y="19202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  (To-Be)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881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6888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label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11880" y="246888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Ratusan layout SmartForm &amp; include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0" y="246888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template universal (Roll &amp; HU)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218688"/>
            <a:ext cx="10881360" cy="749808"/>
          </a:xfrm>
          <a:prstGeom prst="rect">
            <a:avLst/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1868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tampilan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11880" y="3218688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Modifikasi kode ABAP oleh 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80960" y="3218688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Ganti data di tabel konfigurasi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968496"/>
            <a:ext cx="10881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6849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label baru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11880" y="396849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CR + Transport + Testing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0960" y="3968496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Excel — tanpa CR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718304"/>
            <a:ext cx="10881360" cy="749808"/>
          </a:xfrm>
          <a:prstGeom prst="rect">
            <a:avLst/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1830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respons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611880" y="471830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Berhari-hari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0" y="4718304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Hitungan menit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468112"/>
            <a:ext cx="10881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46811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Pengendali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611880" y="5468112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80960" y="5468112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PPIC (bisnis)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BISNIS  •  PROS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Nilai yang Didapat Perusahaan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13432"/>
            <a:ext cx="502920" cy="502920"/>
          </a:xfrm>
          <a:prstGeom prst="ellipse">
            <a:avLst/>
          </a:prstGeom>
          <a:solidFill>
            <a:srgbClr val="3B57C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2585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 Super Cepat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7432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Permintaan ubahan pagi ini bisa diatur &amp; dicetak PPIC dalam menit tanpa melibatkan IT — selama hanya perubahan layout.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313432"/>
            <a:ext cx="502920" cy="502920"/>
          </a:xfrm>
          <a:prstGeom prst="ellipse">
            <a:avLst/>
          </a:prstGeom>
          <a:solidFill>
            <a:srgbClr val="3B57C4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0" y="22585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Bebas Salah Cetak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0" y="27432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PPIC tidak lagi menebak ratusan kode. Contoh keliru Manuf Date vs EXP Date bisa dikoreksi seketika.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416552"/>
            <a:ext cx="502920" cy="502920"/>
          </a:xfrm>
          <a:prstGeom prst="ellipse">
            <a:avLst/>
          </a:prstGeom>
          <a:solidFill>
            <a:srgbClr val="3B57C4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43616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Kualitas Konsisten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48463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teknis (ketebalan, berat, sambungan roll) ditarik otomatis dari batch — informasi tercetak dijamin akurat.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4069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416552"/>
            <a:ext cx="502920" cy="502920"/>
          </a:xfrm>
          <a:prstGeom prst="ellipse">
            <a:avLst/>
          </a:prstGeom>
          <a:solidFill>
            <a:srgbClr val="3B57C4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0" y="43616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Beban IT Berkurang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0" y="48463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Antrean CR untuk label rutin hilang; IT fokus ke pengembangan bernilai tinggi.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 &amp; MITIGASI  •  CONS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Kami Sadar Risikonya — dan Sudah Menyiapkannya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7627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Pergeseran Tanggung Jawab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input di Excel (mis. format tanggal) langsung berdampak ke hasil cetak fisik.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12724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Mitigasi: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input, template Excel terkontrol, dan random check via SE16N sebelum go-live.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17627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 Adaptasi PPIC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629400" y="26060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butuh waktu singkat membiasakan alur baru.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312724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Mitigasi: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singkat + pendampingan on-site IT di hari-hari pertama pasca go-live.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3251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Universal Meleset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60120" y="47548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penting bisa terpotong pada kertas Zebra 80x200.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527608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Mitigasi: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test print pada printer Zebra asli — bukan sekadar PDF preview di layar.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069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43251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Konfigurasi Kosong / Otorisasi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629400" y="47548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belum terisi atau otorisasi PPIC berubah saat cutover.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527608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Mitigasi: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config beberapa hari sebelum cutover; UAT pakai user PPIC asli, bukan user developer.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5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IMPLEMENTASI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Tahap Bertahap &amp; Terukur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709928" y="2331720"/>
            <a:ext cx="89611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8176" y="202996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408176" y="2029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2139696" cy="2788920"/>
          </a:xfrm>
          <a:prstGeom prst="roundRect">
            <a:avLst>
              <a:gd name="adj" fmla="val 3419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30175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Persiapan Data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Migrasi ZMAP_LABEL ke ZLABEL_CONFIG; validasi 389 kode.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4983480"/>
            <a:ext cx="1499616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98348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hari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48456" y="202996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648456" y="2029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880360" y="2788920"/>
            <a:ext cx="2139696" cy="2788920"/>
          </a:xfrm>
          <a:prstGeom prst="roundRect">
            <a:avLst>
              <a:gd name="adj" fmla="val 3419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44952" y="30175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Roll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063240" y="3703320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Data Provider + SmartForm universal; uji paralel.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0" y="4983480"/>
            <a:ext cx="1499616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498348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hari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88736" y="202996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888736" y="2029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120640" y="2788920"/>
            <a:ext cx="2139696" cy="2788920"/>
          </a:xfrm>
          <a:prstGeom prst="roundRect">
            <a:avLst>
              <a:gd name="adj" fmla="val 3419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85232" y="30175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HU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303520" y="3703320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SmartForm &amp; driver cetak HU; testing via VL74.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40680" y="4983480"/>
            <a:ext cx="1499616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498348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hari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29016" y="2029968"/>
            <a:ext cx="603504" cy="603504"/>
          </a:xfrm>
          <a:prstGeom prst="ellipse">
            <a:avLst/>
          </a:prstGeom>
          <a:solidFill>
            <a:srgbClr val="3B57C4"/>
          </a:solidFill>
          <a:ln/>
        </p:spPr>
      </p:sp>
      <p:sp>
        <p:nvSpPr>
          <p:cNvPr id="27" name="Text 25"/>
          <p:cNvSpPr/>
          <p:nvPr/>
        </p:nvSpPr>
        <p:spPr>
          <a:xfrm>
            <a:off x="8129016" y="2029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7360920" y="2788920"/>
            <a:ext cx="2139696" cy="2788920"/>
          </a:xfrm>
          <a:prstGeom prst="roundRect">
            <a:avLst>
              <a:gd name="adj" fmla="val 3419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25512" y="30175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Cutover &amp; Monitor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543800" y="3703320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jalur baru; pantau 1–2 minggu.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680960" y="4983480"/>
            <a:ext cx="1499616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498348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minggu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369296" y="202996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10369296" y="2029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9601200" y="2788920"/>
            <a:ext cx="2139696" cy="2788920"/>
          </a:xfrm>
          <a:prstGeom prst="roundRect">
            <a:avLst>
              <a:gd name="adj" fmla="val 3419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8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765792" y="30175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Cleanup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9784080" y="3703320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include &amp; tabel usang setelah stabil.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921240" y="4983480"/>
            <a:ext cx="1499616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9921240" y="498348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hari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estimasi: sekitar 3–5 minggu termasuk periode stabilisasi.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GO-LIVE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Cutover Aman dengan Feature Toggle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membaca parameter ZLABEL_VERSION dari tabel ZCONSTANT. Peralihan cukup mengubah isi data — tanpa transport CR baru saat darurat.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2A367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= 'OLD'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logika kode lama (include hardcode). Kondisi aman sebelum go-live.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6517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3B57C4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= 'NEW'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3337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Data Provider + SmartForm universal. Sistem baru aktif (Go-Live).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486460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64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68680" y="55412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480060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Rollback Instan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011680" y="5230368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terjadi masalah kritis, ubah kembali ZLABEL_VERSION ke 'OLD' — packing line langsung kembali beroperasi dengan sistem lama. Investigasi dilakukan di QA, bukan di Production.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64008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640080"/>
            <a:ext cx="256032" cy="256032"/>
          </a:xfrm>
          <a:prstGeom prst="ellipse">
            <a:avLst/>
          </a:prstGeom>
          <a:solidFill>
            <a:srgbClr val="3B57C4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640080"/>
            <a:ext cx="256032" cy="256032"/>
          </a:xfrm>
          <a:prstGeom prst="ellipse">
            <a:avLst/>
          </a:prstGeom>
          <a:solidFill>
            <a:srgbClr val="2A367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 YANG DIMINTA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Analogi Sederhana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Kita mengubah mesin kopi manual menjadi otomatis. IT membangun mesinnya; PPIC menjadi baristanya — bebas meracik label sesuai selera pelanggan, kapan saja, tanpa membongkar mesin.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2A3670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3977640"/>
            <a:ext cx="457200" cy="457200"/>
          </a:xfrm>
          <a:prstGeom prst="ellipse">
            <a:avLst/>
          </a:prstGeom>
          <a:solidFill>
            <a:srgbClr val="3B57C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40233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Persetujuan Proyek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61772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untuk memulai simplifikasi sesuai roadmap 5 tahap.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26280" y="370332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2A3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4800600" y="3977640"/>
            <a:ext cx="457200" cy="457200"/>
          </a:xfrm>
          <a:prstGeom prst="ellipse">
            <a:avLst/>
          </a:prstGeom>
          <a:solidFill>
            <a:srgbClr val="3B57C4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40233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Dukungan Resource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461772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tim IT + partisipasi PPIC/QC untuk UAT dan cutover.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21040" y="370332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2A3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3977640"/>
            <a:ext cx="457200" cy="457200"/>
          </a:xfrm>
          <a:prstGeom prst="ellipse">
            <a:avLst/>
          </a:prstGeom>
          <a:solidFill>
            <a:srgbClr val="3B57C4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89720" y="40233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Jadwal Cutover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95360" y="461772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Penetapan jendela go-live pada hari beraktivitas rendah.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 •  Siap untuk diskusi &amp; pertanyaan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2026-07-14T09:47:02Z</dcterms:created>
  <dcterms:modified xsi:type="dcterms:W3CDTF">2026-07-14T09:47:02Z</dcterms:modified>
</cp:coreProperties>
</file>